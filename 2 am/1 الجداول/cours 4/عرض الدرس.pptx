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9" r:id="rId4"/>
    <p:sldId id="268" r:id="rId5"/>
    <p:sldId id="270" r:id="rId6"/>
    <p:sldId id="271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86" autoAdjust="0"/>
    <p:restoredTop sz="94660"/>
  </p:normalViewPr>
  <p:slideViewPr>
    <p:cSldViewPr snapToGrid="0">
      <p:cViewPr>
        <p:scale>
          <a:sx n="50" d="100"/>
          <a:sy n="50" d="100"/>
        </p:scale>
        <p:origin x="7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09ED0-CAD5-44E1-91E8-3616676F7223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C633B-D051-4BE3-A8CB-7736F551B5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77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552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94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877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04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3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31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2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88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3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027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80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23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12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4F739-B7D4-4EFD-BF14-44542778AB9F}" type="datetimeFigureOut">
              <a:rPr lang="fr-FR" smtClean="0"/>
              <a:t>13/01/2025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91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2875" y="361950"/>
            <a:ext cx="12192000" cy="8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8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تغذية </a:t>
            </a:r>
            <a:r>
              <a:rPr lang="ar-DZ" sz="48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راجعة : </a:t>
            </a:r>
            <a:endParaRPr lang="fr-FR" sz="48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2019820"/>
            <a:ext cx="11106150" cy="1676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ar-SA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كيف </a:t>
            </a:r>
            <a:r>
              <a:rPr lang="ar-SA" sz="44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يمكن إضافة أسطر </a:t>
            </a:r>
            <a:r>
              <a:rPr lang="ar-SA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وأعمدة</a:t>
            </a:r>
            <a:r>
              <a:rPr lang="ar-DZ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؟ </a:t>
            </a:r>
            <a:endParaRPr lang="fr-FR" sz="44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r" rtl="1"/>
            <a:r>
              <a:rPr lang="ar-SA" sz="44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- وكيف يمكن </a:t>
            </a:r>
            <a:r>
              <a:rPr lang="ar-SA" sz="44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حذفها</a:t>
            </a:r>
            <a:r>
              <a:rPr lang="ar-DZ" sz="44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84584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84"/>
            <a:ext cx="12191999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الوضعية </a:t>
            </a:r>
            <a:r>
              <a:rPr lang="ar-DZ" sz="4000" b="1" u="sng" dirty="0" err="1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الإنطلاقية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9336" y="922766"/>
            <a:ext cx="879504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إليك الجداول </a:t>
            </a:r>
            <a:r>
              <a:rPr lang="ar-DZ" sz="40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التالية :</a:t>
            </a:r>
            <a:endParaRPr lang="fr-FR" sz="4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239297" y="5101450"/>
            <a:ext cx="120736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ar-DZ" sz="40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ما هو الفرق بين الجدولين ؟</a:t>
            </a:r>
            <a:endParaRPr lang="fr-FR" sz="40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01" y="1856115"/>
            <a:ext cx="11302080" cy="217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39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96" y="2684"/>
            <a:ext cx="12182504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النشاط 01 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95" y="4142401"/>
            <a:ext cx="11868150" cy="2067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ar-DZ" sz="40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ما </a:t>
            </a:r>
            <a:r>
              <a:rPr lang="ar-DZ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الذي حصل للخليتين في السطر الأول حتي أصبحتا خلية واحدة ؟</a:t>
            </a:r>
          </a:p>
          <a:p>
            <a:pPr algn="r" rtl="1">
              <a:spcAft>
                <a:spcPts val="1000"/>
              </a:spcAft>
            </a:pPr>
            <a:r>
              <a:rPr lang="ar-DZ" sz="40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قم </a:t>
            </a:r>
            <a:r>
              <a:rPr lang="ar-DZ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بإدراج الجدول الأول وجد طريقة تسمح بدمج خليتين السطر الأول إلى خلية واحدة.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65" y="1256040"/>
            <a:ext cx="11302080" cy="217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451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2413" y="323713"/>
            <a:ext cx="115985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spcAft>
                <a:spcPts val="0"/>
              </a:spcAft>
              <a:buClr>
                <a:srgbClr val="FF0000"/>
              </a:buClr>
            </a:pPr>
            <a:r>
              <a:rPr lang="ar-DZ" sz="4400" b="1" u="sng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1- دمج </a:t>
            </a:r>
            <a:r>
              <a:rPr lang="ar-DZ" sz="4400" b="1" u="sng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الخلايا : </a:t>
            </a:r>
            <a:endParaRPr lang="fr-FR" sz="4400" dirty="0"/>
          </a:p>
        </p:txBody>
      </p:sp>
      <p:sp>
        <p:nvSpPr>
          <p:cNvPr id="9" name="Rectangle 8"/>
          <p:cNvSpPr/>
          <p:nvPr/>
        </p:nvSpPr>
        <p:spPr>
          <a:xfrm>
            <a:off x="212412" y="1195408"/>
            <a:ext cx="11655738" cy="3405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100" algn="r" rtl="1">
              <a:lnSpc>
                <a:spcPct val="115000"/>
              </a:lnSpc>
              <a:spcAft>
                <a:spcPts val="1000"/>
              </a:spcAft>
            </a:pPr>
            <a:r>
              <a:rPr lang="ar-DZ" sz="44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يمكن دمج خليتين أو أكثر</a:t>
            </a:r>
            <a:r>
              <a:rPr lang="ar-SA" sz="44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لتصبح خلية واحدة،</a:t>
            </a:r>
            <a:r>
              <a:rPr lang="ar-DZ" sz="44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 بإتباع </a:t>
            </a:r>
            <a:r>
              <a:rPr lang="ar-DZ" sz="44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ما </a:t>
            </a:r>
            <a:r>
              <a:rPr lang="ar-DZ" sz="4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يلي:</a:t>
            </a:r>
          </a:p>
          <a:p>
            <a:pPr marL="1079500" indent="-91440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40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نحدد </a:t>
            </a:r>
            <a:r>
              <a:rPr lang="ar-DZ" sz="40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الخلايا المراد </a:t>
            </a:r>
            <a:r>
              <a:rPr lang="ar-DZ" sz="40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دمجها</a:t>
            </a: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40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تبويب </a:t>
            </a:r>
            <a:r>
              <a:rPr lang="ar-DZ" sz="40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التخطيط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Disposition</a:t>
            </a: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  </a:t>
            </a:r>
            <a:endParaRPr lang="fr-FR" sz="40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40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التعليمة دمج </a:t>
            </a:r>
            <a:r>
              <a:rPr lang="fr-FR" sz="40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Fusionner </a:t>
            </a:r>
            <a:endParaRPr lang="fr-FR" sz="40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0162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96" y="2684"/>
            <a:ext cx="12182504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النشاط 02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95" y="4142401"/>
            <a:ext cx="11868150" cy="14516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ar-DZ" sz="40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ما </a:t>
            </a:r>
            <a:r>
              <a:rPr lang="ar-DZ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الذي حصل للخلية الأولى في السطر الأخير حتي أصبحت خليتين ؟</a:t>
            </a:r>
          </a:p>
          <a:p>
            <a:pPr algn="r" rtl="1">
              <a:spcAft>
                <a:spcPts val="1000"/>
              </a:spcAft>
            </a:pPr>
            <a:r>
              <a:rPr lang="ar-DZ" sz="40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جد </a:t>
            </a:r>
            <a:r>
              <a:rPr lang="ar-DZ" sz="4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طريقة تسمح بتقسيم الخلية الأولى في السطر الأخير إلى خليتين.</a:t>
            </a:r>
            <a:endParaRPr lang="fr-FR" sz="40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65" y="1256040"/>
            <a:ext cx="11302080" cy="217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9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2413" y="323713"/>
            <a:ext cx="115985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buClr>
                <a:srgbClr val="FF0000"/>
              </a:buClr>
            </a:pPr>
            <a:r>
              <a:rPr lang="ar-DZ" sz="4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2- تقسيم </a:t>
            </a:r>
            <a:r>
              <a:rPr lang="ar-DZ" sz="4400" b="1" u="sng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الخلايا : </a:t>
            </a:r>
            <a:endParaRPr lang="fr-FR" sz="4400" dirty="0"/>
          </a:p>
        </p:txBody>
      </p:sp>
      <p:sp>
        <p:nvSpPr>
          <p:cNvPr id="9" name="Rectangle 8"/>
          <p:cNvSpPr/>
          <p:nvPr/>
        </p:nvSpPr>
        <p:spPr>
          <a:xfrm>
            <a:off x="212412" y="1195408"/>
            <a:ext cx="11655738" cy="4626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5100" algn="r" rtl="1">
              <a:lnSpc>
                <a:spcPct val="115000"/>
              </a:lnSpc>
              <a:spcAft>
                <a:spcPts val="1000"/>
              </a:spcAft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يمكن تقسيم خلية واحدة إلى عدة خلايا، بإتباع ما يلي: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نحدد الخلية المراد تقسيمها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التبويب </a:t>
            </a:r>
            <a:r>
              <a:rPr lang="fr-FR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Disposition 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التعليمة تقسيم الخلايا </a:t>
            </a:r>
            <a:r>
              <a:rPr lang="fr-FR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Fractionner </a:t>
            </a:r>
            <a:endParaRPr lang="fr-FR" sz="3600" b="1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نكتب عدد الأعمدة والأسطر التي نريد الحصول </a:t>
            </a:r>
            <a:r>
              <a:rPr lang="ar-DZ" sz="36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عليها</a:t>
            </a:r>
          </a:p>
          <a:p>
            <a:pPr marL="9080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ar-DZ" sz="36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نضغط على </a:t>
            </a:r>
            <a:r>
              <a:rPr lang="fr-FR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OK</a:t>
            </a:r>
            <a:endParaRPr lang="fr-FR" sz="36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44676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990"/>
            <a:ext cx="118599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ar-DZ" sz="44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تدريب :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40081"/>
            <a:ext cx="11859904" cy="1365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lnSpc>
                <a:spcPct val="107000"/>
              </a:lnSpc>
              <a:spcAft>
                <a:spcPts val="0"/>
              </a:spcAft>
            </a:pPr>
            <a:r>
              <a:rPr lang="ar-DZ" sz="4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أنجز جدولك التوقيت الأسبوعي في ملف وورد واحفظه على سطح المكتب معطيا له اسم  لقبك_اسمك_جدول_توقيت_2م1</a:t>
            </a:r>
            <a:endParaRPr lang="ar-DZ" sz="4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63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173</Words>
  <Application>Microsoft Office PowerPoint</Application>
  <PresentationFormat>Grand écran</PresentationFormat>
  <Paragraphs>29</Paragraphs>
  <Slides>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Compte Microsoft</cp:lastModifiedBy>
  <cp:revision>92</cp:revision>
  <dcterms:created xsi:type="dcterms:W3CDTF">2024-09-28T14:01:15Z</dcterms:created>
  <dcterms:modified xsi:type="dcterms:W3CDTF">2025-01-13T19:59:28Z</dcterms:modified>
</cp:coreProperties>
</file>